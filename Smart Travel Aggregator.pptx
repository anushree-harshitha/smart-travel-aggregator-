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Smart Travel Aggregator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unified frontend prototype for Bus, Train &amp; Taxi comparison,</a:t>
            </a:r>
          </a:p>
          <a:p>
            <a:r>
              <a:t>route visualization, and hotel discovery.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Fragmented planning</a:t>
            </a:r>
          </a:p>
          <a:p>
            <a:pPr lvl="1"/>
            <a:r>
              <a:t>Users switch multiple apps/sites to compare buses, trains, taxis, and hotels.</a:t>
            </a:r>
          </a:p>
          <a:p>
            <a:pPr lvl="1"/>
            <a:r>
              <a:t>Time-consuming</a:t>
            </a:r>
          </a:p>
          <a:p>
            <a:pPr lvl="1"/>
            <a:r>
              <a:t>Platform switching increases decision time.</a:t>
            </a:r>
          </a:p>
          <a:p>
            <a:pPr lvl="1"/>
            <a:r>
              <a:t>Confusing booking flow</a:t>
            </a:r>
          </a:p>
          <a:p>
            <a:pPr lvl="1"/>
            <a:r>
              <a:t>No single trip summary or easy route visualization.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Browser-based travel aggregator</a:t>
            </a:r>
          </a:p>
          <a:p>
            <a:pPr lvl="1"/>
            <a:r>
              <a:t>Integrates Bus, Train, and Taxi modules into one Home Page.</a:t>
            </a:r>
          </a:p>
          <a:p>
            <a:pPr lvl="1"/>
            <a:r>
              <a:t>Compare time, price, duration in one view.</a:t>
            </a:r>
          </a:p>
          <a:p>
            <a:pPr lvl="1"/>
            <a:r>
              <a:t>Route preview with embedded map.</a:t>
            </a:r>
          </a:p>
          <a:p>
            <a:pPr lvl="1"/>
            <a:r>
              <a:t>Nearby hotel suggestions.</a:t>
            </a:r>
          </a:p>
          <a:p>
            <a:pPr lvl="1"/>
            <a:r>
              <a:t>Mock booking confirmation from single interface.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– User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Select route – Enter source &amp; destination.</a:t>
            </a:r>
          </a:p>
          <a:p>
            <a:pPr lvl="1"/>
            <a:r>
              <a:t>2. Compare options – View fares &amp; timings.</a:t>
            </a:r>
          </a:p>
          <a:p>
            <a:pPr lvl="1"/>
            <a:r>
              <a:t>3. Preview route &amp; hotels – Map + nearby stays.</a:t>
            </a:r>
          </a:p>
          <a:p>
            <a:pPr lvl="1"/>
            <a:r>
              <a:t>4. Trip summary &amp; mock booking – Confirm itinerary.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Users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Students &amp; commuters – Fast comparisons for tight schedules.</a:t>
            </a:r>
          </a:p>
          <a:p>
            <a:pPr lvl="1"/>
            <a:r>
              <a:t>Short-trip tourists – Simple itinerary planning.</a:t>
            </a:r>
          </a:p>
          <a:p>
            <a:pPr lvl="1"/>
            <a:r>
              <a:t>Budget-conscious travelers – Transparent fare comparison.</a:t>
            </a:r>
          </a:p>
          <a:p>
            <a:pPr lvl="1"/>
            <a:r>
              <a:t>Impact: Saves time, centralizes choices, improves decision-making.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Architecture (Frontend-focused)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 Data Flow centered architecture.</a:t>
            </a:r>
          </a:p>
          <a:p>
            <a:pPr lvl="1"/>
            <a:r>
              <a:t>User Browser – Client-side interactions.</a:t>
            </a:r>
          </a:p>
          <a:p>
            <a:pPr lvl="1"/>
            <a:r>
              <a:t>Transport Modules – Bus, Train, Taxi options.</a:t>
            </a:r>
          </a:p>
          <a:p>
            <a:pPr lvl="1"/>
            <a:r>
              <a:t>Maps &amp; Hotel Links – UI links and map embeds.</a:t>
            </a:r>
          </a:p>
          <a:p>
            <a:pPr lvl="1"/>
            <a:r>
              <a:t>Web Interface – HTML/CSS/JavaScript rendering.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Stack &amp;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HTML – Structure (index.html, bus.html, train.html, car.html).</a:t>
            </a:r>
          </a:p>
          <a:p>
            <a:pPr lvl="1"/>
            <a:r>
              <a:t>CSS – Responsive styling and theme.</a:t>
            </a:r>
          </a:p>
          <a:p>
            <a:pPr lvl="1"/>
            <a:r>
              <a:t>JavaScript – Dynamic transport cards &amp; trip summary.</a:t>
            </a:r>
          </a:p>
          <a:p>
            <a:pPr lvl="1"/>
            <a:r>
              <a:t>Google Maps Embed / Maps JavaScript API for route preview.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Unified solution for fragmented travel planning.</a:t>
            </a:r>
          </a:p>
          <a:p>
            <a:pPr lvl="1"/>
            <a:r>
              <a:t>One-view comparison across modes.</a:t>
            </a:r>
          </a:p>
          <a:p>
            <a:pPr lvl="1"/>
            <a:r>
              <a:t>Faster decisions with route previews.</a:t>
            </a:r>
          </a:p>
          <a:p>
            <a:pPr lvl="1"/>
            <a:r>
              <a:t>Future: Real APIs, secure payments, mobile app expansion, personalization.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